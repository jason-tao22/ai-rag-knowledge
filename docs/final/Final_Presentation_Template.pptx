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Merriweather Ligh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hsS51lNZuhvcmr3eCavLvE5yyC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B123D5-027A-429C-8E68-A1E4F3A07C4F}">
  <a:tblStyle styleId="{E1B123D5-027A-429C-8E68-A1E4F3A07C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erriweatherLight-bold.fntdata"/><Relationship Id="rId12" Type="http://schemas.openxmlformats.org/officeDocument/2006/relationships/font" Target="fonts/Merriweather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erriweatherLight-boldItalic.fntdata"/><Relationship Id="rId14" Type="http://schemas.openxmlformats.org/officeDocument/2006/relationships/font" Target="fonts/MerriweatherLight-italic.fntdata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/>
              <a:t>Difference between our work is simply that it’s the application of algorithms.</a:t>
            </a:r>
            <a:endParaRPr sz="16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c807de32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ac807de32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4dd0329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4dd0329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5e9a0405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5e9a0405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4dd03298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4dd03298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92"/>
          <p:cNvSpPr txBox="1"/>
          <p:nvPr>
            <p:ph idx="1" type="subTitle"/>
          </p:nvPr>
        </p:nvSpPr>
        <p:spPr>
          <a:xfrm>
            <a:off x="311700" y="20045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3"/>
          <p:cNvSpPr txBox="1"/>
          <p:nvPr>
            <p:ph type="title"/>
          </p:nvPr>
        </p:nvSpPr>
        <p:spPr>
          <a:xfrm>
            <a:off x="311700" y="-3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7" name="Google Shape;17;p93"/>
          <p:cNvSpPr txBox="1"/>
          <p:nvPr>
            <p:ph idx="1" type="body"/>
          </p:nvPr>
        </p:nvSpPr>
        <p:spPr>
          <a:xfrm>
            <a:off x="311700" y="736350"/>
            <a:ext cx="8520600" cy="3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2"/>
          <p:cNvSpPr txBox="1"/>
          <p:nvPr>
            <p:ph type="title"/>
          </p:nvPr>
        </p:nvSpPr>
        <p:spPr>
          <a:xfrm>
            <a:off x="311700" y="-3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1" name="Google Shape;21;p10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10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Label &amp; Content" type="obj">
  <p:cSld name="OBJEC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6"/>
          <p:cNvSpPr txBox="1"/>
          <p:nvPr>
            <p:ph type="title"/>
          </p:nvPr>
        </p:nvSpPr>
        <p:spPr>
          <a:xfrm>
            <a:off x="228600" y="-55175"/>
            <a:ext cx="8667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" name="Google Shape;26;p96"/>
          <p:cNvSpPr txBox="1"/>
          <p:nvPr>
            <p:ph idx="1" type="body"/>
          </p:nvPr>
        </p:nvSpPr>
        <p:spPr>
          <a:xfrm>
            <a:off x="238500" y="865910"/>
            <a:ext cx="8667000" cy="3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83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42900" lvl="2" marL="13716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96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96"/>
          <p:cNvSpPr txBox="1"/>
          <p:nvPr>
            <p:ph idx="10" type="dt"/>
          </p:nvPr>
        </p:nvSpPr>
        <p:spPr>
          <a:xfrm>
            <a:off x="6553200" y="4766787"/>
            <a:ext cx="12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96"/>
          <p:cNvSpPr txBox="1"/>
          <p:nvPr>
            <p:ph idx="12" type="sldNum"/>
          </p:nvPr>
        </p:nvSpPr>
        <p:spPr>
          <a:xfrm>
            <a:off x="152400" y="4766787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7"/>
          <p:cNvSpPr txBox="1"/>
          <p:nvPr>
            <p:ph type="title"/>
          </p:nvPr>
        </p:nvSpPr>
        <p:spPr>
          <a:xfrm>
            <a:off x="311700" y="-3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32" name="Google Shape;32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" name="Google Shape;35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10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0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10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0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">
  <p:cSld name="Red">
    <p:bg>
      <p:bgPr>
        <a:solidFill>
          <a:srgbClr val="8A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9"/>
          <p:cNvSpPr txBox="1"/>
          <p:nvPr>
            <p:ph idx="1" type="body"/>
          </p:nvPr>
        </p:nvSpPr>
        <p:spPr>
          <a:xfrm>
            <a:off x="3168176" y="3297461"/>
            <a:ext cx="28068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25" lIns="53450" spcFirstLastPara="1" rIns="53450" wrap="square" tIns="26725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300"/>
              <a:buFont typeface="Cambria"/>
              <a:buNone/>
              <a:defRPr i="1" sz="13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09"/>
          <p:cNvSpPr/>
          <p:nvPr/>
        </p:nvSpPr>
        <p:spPr>
          <a:xfrm>
            <a:off x="3931920" y="1314450"/>
            <a:ext cx="1280400" cy="1152300"/>
          </a:xfrm>
          <a:prstGeom prst="ellipse">
            <a:avLst/>
          </a:prstGeom>
          <a:solidFill>
            <a:srgbClr val="262626"/>
          </a:solidFill>
          <a:ln cap="flat" cmpd="sng" w="5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32075" lIns="64125" spcFirstLastPara="1" rIns="64125" wrap="square" tIns="32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09"/>
          <p:cNvSpPr txBox="1"/>
          <p:nvPr>
            <p:ph idx="2" type="body"/>
          </p:nvPr>
        </p:nvSpPr>
        <p:spPr>
          <a:xfrm>
            <a:off x="762002" y="2595384"/>
            <a:ext cx="76200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25" lIns="53450" spcFirstLastPara="1" rIns="53450" wrap="square" tIns="26725">
            <a:noAutofit/>
          </a:bodyPr>
          <a:lstStyle>
            <a:lvl1pPr indent="-228600" lvl="0" marL="457200" algn="ctr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SzPts val="4200"/>
              <a:buFont typeface="Cambria"/>
              <a:buNone/>
              <a:defRPr sz="42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pic>
        <p:nvPicPr>
          <p:cNvPr id="62" name="Google Shape;62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9011" y="1210799"/>
            <a:ext cx="1850593" cy="1484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Agenda">
  <p:cSld name="TITLE_1_1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0"/>
          <p:cNvSpPr txBox="1"/>
          <p:nvPr>
            <p:ph idx="12" type="sldNum"/>
          </p:nvPr>
        </p:nvSpPr>
        <p:spPr>
          <a:xfrm>
            <a:off x="8366700" y="0"/>
            <a:ext cx="5487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0"/>
          <p:cNvSpPr txBox="1"/>
          <p:nvPr>
            <p:ph type="title"/>
          </p:nvPr>
        </p:nvSpPr>
        <p:spPr>
          <a:xfrm>
            <a:off x="235100" y="609600"/>
            <a:ext cx="44406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000"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000"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000"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000"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000"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000"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000"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000"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000"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1"/>
          <p:cNvSpPr/>
          <p:nvPr/>
        </p:nvSpPr>
        <p:spPr>
          <a:xfrm>
            <a:off x="-13350" y="-66950"/>
            <a:ext cx="9170700" cy="575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91"/>
          <p:cNvSpPr txBox="1"/>
          <p:nvPr>
            <p:ph type="title"/>
          </p:nvPr>
        </p:nvSpPr>
        <p:spPr>
          <a:xfrm>
            <a:off x="311700" y="-3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1"/>
          <p:cNvSpPr txBox="1"/>
          <p:nvPr>
            <p:ph idx="1" type="body"/>
          </p:nvPr>
        </p:nvSpPr>
        <p:spPr>
          <a:xfrm>
            <a:off x="311700" y="736350"/>
            <a:ext cx="8520600" cy="3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9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545450" y="-3345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5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i="1" lang="en">
                <a:solidFill>
                  <a:srgbClr val="98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CS 6120</a:t>
            </a:r>
            <a:endParaRPr i="1">
              <a:solidFill>
                <a:srgbClr val="98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311700" y="25717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000">
                <a:latin typeface="Courier New"/>
                <a:ea typeface="Courier New"/>
                <a:cs typeface="Courier New"/>
                <a:sym typeface="Courier New"/>
              </a:rPr>
              <a:t>Week 15, Course Projects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c807de32e_0_66"/>
          <p:cNvSpPr txBox="1"/>
          <p:nvPr>
            <p:ph idx="1" type="body"/>
          </p:nvPr>
        </p:nvSpPr>
        <p:spPr>
          <a:xfrm>
            <a:off x="311700" y="736350"/>
            <a:ext cx="8520600" cy="3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Elevator Pitches - 4:15pm - 5pm: 1-2 Minute Presentations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slide with link to your endpoint, repository, and writeup (in repository)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and motivation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used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Specific queries that we can issue</a:t>
            </a:r>
            <a:endParaRPr/>
          </a:p>
        </p:txBody>
      </p:sp>
      <p:sp>
        <p:nvSpPr>
          <p:cNvPr id="77" name="Google Shape;77;g3ac807de32e_0_66"/>
          <p:cNvSpPr txBox="1"/>
          <p:nvPr>
            <p:ph type="title"/>
          </p:nvPr>
        </p:nvSpPr>
        <p:spPr>
          <a:xfrm>
            <a:off x="311700" y="-3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Agenda - Requirements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4dd03298b_0_0"/>
          <p:cNvSpPr txBox="1"/>
          <p:nvPr>
            <p:ph type="title"/>
          </p:nvPr>
        </p:nvSpPr>
        <p:spPr>
          <a:xfrm>
            <a:off x="311700" y="-3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Sign-Up Deck</a:t>
            </a:r>
            <a:endParaRPr/>
          </a:p>
        </p:txBody>
      </p:sp>
      <p:graphicFrame>
        <p:nvGraphicFramePr>
          <p:cNvPr id="83" name="Google Shape;83;g3d4dd03298b_0_0"/>
          <p:cNvGraphicFramePr/>
          <p:nvPr/>
        </p:nvGraphicFramePr>
        <p:xfrm>
          <a:off x="30825" y="85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{E1B123D5-027A-429C-8E68-A1E4F3A07C4F}</a:tableStyleId>
              </a:tblPr>
              <a:tblGrid>
                <a:gridCol w="2390675"/>
                <a:gridCol w="3921875"/>
                <a:gridCol w="273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 &amp; Names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Topic / Link to Detailed Slide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Endpoint Link and GCP / HPC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Karl, Swathi, Alwin, Qunnie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action="ppaction://hlinksldjump" r:id="rId3"/>
                        </a:rPr>
                        <a:t>The Most Excellent CS6120 Project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GCP / HPC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Xinrui Yi, Mingrui Li, Yuyun Yang, Yuting Wan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Gin Fu, Shiran Wang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Dream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GCP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Qiaochu Liu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GCP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Shang Liu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TBD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TBD &amp; GCP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Runxin Shao, Ziqi Yang, Mingkai Gao, Gaoyuan Shi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TBD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GCP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Yang Zhang, Minyuan Wang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TBD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TBD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5e9a04050_1_0"/>
          <p:cNvSpPr txBox="1"/>
          <p:nvPr>
            <p:ph type="title"/>
          </p:nvPr>
        </p:nvSpPr>
        <p:spPr>
          <a:xfrm>
            <a:off x="311700" y="-3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Sign-Up Deck</a:t>
            </a:r>
            <a:endParaRPr/>
          </a:p>
        </p:txBody>
      </p:sp>
      <p:graphicFrame>
        <p:nvGraphicFramePr>
          <p:cNvPr id="89" name="Google Shape;89;g3d5e9a04050_1_0"/>
          <p:cNvGraphicFramePr/>
          <p:nvPr/>
        </p:nvGraphicFramePr>
        <p:xfrm>
          <a:off x="30825" y="85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{E1B123D5-027A-429C-8E68-A1E4F3A07C4F}</a:tableStyleId>
              </a:tblPr>
              <a:tblGrid>
                <a:gridCol w="2390675"/>
                <a:gridCol w="3921875"/>
                <a:gridCol w="273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 &amp; Names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Topic / Link to Detailed Slide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Endpoint Link and GCP / HPC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Lingyun Xiao, Sherwin Vahidimowlavi, Zongyang Li, Linxuan 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TBD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GCP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Bhoomika Panday, Srijita Nath, Ibrahim Saleem Syed, Yazi Zhang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Zhenghan Jing, Zhidian Wang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TBD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Yue Liang, Yiqing Jiang, Zhiyu Li, Yujing Wang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HPC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4dd03298b_0_6"/>
          <p:cNvSpPr txBox="1"/>
          <p:nvPr>
            <p:ph idx="1" type="body"/>
          </p:nvPr>
        </p:nvSpPr>
        <p:spPr>
          <a:xfrm>
            <a:off x="311700" y="736350"/>
            <a:ext cx="8520600" cy="3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Elevator Pitches - 4:15pm - 5pm: 1-2 Minute Presentations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slide with link to your endpoint, repository, and writeup (in repository)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and motivation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used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Specific queries that we can issue</a:t>
            </a:r>
            <a:endParaRPr/>
          </a:p>
        </p:txBody>
      </p:sp>
      <p:sp>
        <p:nvSpPr>
          <p:cNvPr id="95" name="Google Shape;95;g3d4dd03298b_0_6"/>
          <p:cNvSpPr txBox="1"/>
          <p:nvPr>
            <p:ph type="title"/>
          </p:nvPr>
        </p:nvSpPr>
        <p:spPr>
          <a:xfrm>
            <a:off x="311700" y="-3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 Most Excellent CS6120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